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AttendX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QR Code Attendance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107"/>
                </a:solidFill>
              </a:defRPr>
            </a:pPr>
            <a:r>
              <a:t>Scan • Verify • Attend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B.Tech CSE Mini Project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Department of Computer Science &amp; Engineering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Academic Year: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529"/>
                </a:solidFill>
              </a:defRPr>
            </a:pPr>
            <a:r>
              <a:t>AttendX is a modern, secure, and efficient QR Code-based Attendance Management System </a:t>
            </a:r>
            <a:br/>
            <a:r>
              <a:t>designed specifically for educational institutions. It revolutionizes the traditional attendance </a:t>
            </a:r>
            <a:br/>
            <a:r>
              <a:t>tracking process by eliminating manual roll calls and paper-based registers.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Faculty members generate dynamic, time-limited QR codes for each lecture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Students simply scan the QR code using any device camera (no app required)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Real-time attendance tracking with live dashboard updates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Automatic absence marking when lectures end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Comprehensive analytics and report generation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Role-based access control for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529"/>
                </a:solidFill>
              </a:defRPr>
            </a:pPr>
            <a:r>
              <a:t>Traditional attendance systems in educational institutions face numerous challenges </a:t>
            </a:r>
            <a:br/>
            <a:r>
              <a:t>that affect efficiency, accuracy, and security: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Time-consuming manual roll calls waste valuable lecture time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Paper-based registers are prone to errors and difficult to maintain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Proxy attendance (buddy punching) is easy to commit and hard to detect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Generating accurate attendance reports requires hours of manual work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No real-time visibility into attendance patterns for faculty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Students can mark attendance without actually being present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Difficulty in tracking attendance across multiple subjects and semesters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Objectives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84298"/>
                </a:solidFill>
              </a:defRPr>
            </a:pPr>
            <a:r>
              <a:t>Primary Objectives: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Develop a secure, web-based attendance system using QR code technology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Enable contactless attendance marking without requiring student mobile apps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Implement real-time attendance tracking with live dashboard updates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Automate attendance report generation in multiple formats (PDF, Excel, CSV)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Provide analytics and insights for faculty and administrators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84298"/>
                </a:solidFill>
              </a:defRPr>
            </a:pPr>
            <a:r>
              <a:t>Secondary Goals: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Prevent proxy attendance and ensure attendance integrity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Create a scalable architecture ready for production deployment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Follow software engineering best practices and clean code principles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Build a professional portfolio-quality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Python 3.14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Django 5.2 LTS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Django ORM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SQLite / 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47472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HTML5 / CSS3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Bootstrap 5.3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JavaScript ES6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AJAX / Fetch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371600"/>
            <a:ext cx="347472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</a:defRPr>
            </a:pPr>
            <a:r>
              <a:t>Libraries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qrcode (QR Generation)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Pillow (Image Processing)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Chart.js (Analytics)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ReportLab (PDF)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</a:defRPr>
            </a:pPr>
            <a:r>
              <a:t>Security &amp;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CSRF Protection (Django Built-in)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Session-based Authentication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Password Hashing (PBKDF2)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Secure Token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57784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EFD"/>
                </a:solidFill>
              </a:defRPr>
            </a:pPr>
            <a:r>
              <a:t>Development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Git (Version Control)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VS Code (IDE)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Pytest (Testing)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Ruff (Linting)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Docker 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298"/>
                </a:solidFill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</a:defRPr>
            </a:pPr>
            <a:r>
              <a:t>HTML5 | CSS3 | Bootstrap 5 | JavaScript | AJAX |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6EFD"/>
                </a:solidFill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298"/>
                </a:solidFill>
              </a:defRPr>
            </a:pPr>
            <a: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</a:defRPr>
            </a:pPr>
            <a:r>
              <a:t>Django Views | URL Routing | Middleware | Service Layer | Selectors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6EFD"/>
                </a:solidFill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298"/>
                </a:solidFill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</a:defRPr>
            </a:pPr>
            <a:r>
              <a:t>Django ORM | Models | Migrations | SQLite (Dev) / MySQL (Prod)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Working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828800" cy="9144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Faculty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45920"/>
            <a:ext cx="1828800" cy="914400"/>
          </a:xfrm>
          <a:prstGeom prst="roundRect">
            <a:avLst/>
          </a:prstGeom>
          <a:solidFill>
            <a:srgbClr val="084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Start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20"/>
            <a:ext cx="1828800" cy="9144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Generate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1828800" cy="914400"/>
          </a:xfrm>
          <a:prstGeom prst="roundRect">
            <a:avLst/>
          </a:prstGeom>
          <a:solidFill>
            <a:srgbClr val="084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Display 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45920"/>
            <a:ext cx="1828800" cy="9144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Student Scans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1828800" cy="914400"/>
          </a:xfrm>
          <a:prstGeom prst="roundRect">
            <a:avLst/>
          </a:prstGeom>
          <a:solidFill>
            <a:srgbClr val="084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Verify &amp;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84298"/>
                </a:solidFill>
              </a:defRPr>
            </a:pPr>
            <a:r>
              <a:t>Detailed Workflow: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Faculty logs in securely and navigates to the dashboard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Faculty selects subject, section, and starts a new lecture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System generates a unique, time-limited QR code (60-second expiry)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QR code is displayed on the projector/screen for students to scan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Students scan QR code using any device camera (no app required)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System validates QR token, checks expiration, and records attendance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Live attendance counter updates in real-time on faculty dashboard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• When lecture ends, unmarked students are automatically marked absent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Working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529"/>
                </a:solidFill>
              </a:defRPr>
            </a:pPr>
            <a:r>
              <a:t>AttendX follows a service-layer architecture pattern with clear separation of concerns: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30352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EFD"/>
                </a:solidFill>
              </a:defRPr>
            </a:pPr>
            <a:r>
              <a:t>Service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</a:defRPr>
            </a:pPr>
            <a:r>
              <a:t>Business logic encapsulation in services.py files. Handles QR generation, attendance processing, and report generation.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86000"/>
            <a:ext cx="530352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EFD"/>
                </a:solidFill>
              </a:defRPr>
            </a:pPr>
            <a:r>
              <a:t>Selector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</a:defRPr>
            </a:pPr>
            <a:r>
              <a:t>Complex database queries centralized in selectors.py. Optimizes queries with select_related and prefetch_related.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30352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EFD"/>
                </a:solidFill>
              </a:defRPr>
            </a:pPr>
            <a:r>
              <a:t>Template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</a:defRPr>
            </a:pPr>
            <a:r>
              <a:t>Reusable HTML templates with Bootstrap 5. Dynamic content rendering with Django template language.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30352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EFD"/>
                </a:solidFill>
              </a:defRPr>
            </a:pPr>
            <a:r>
              <a:t>Security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</a:defRPr>
            </a:pPr>
            <a:r>
              <a:t>Cryptographic tokens, CSRF protection, rate limiting, and secure session management throughout.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Modules &amp;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Login, Logout, Profile, Password Reset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Faculty Dashboard, Quick Stats, Recent 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Lectures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Start Lecture, Active Lecture, End Lecture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QR 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Generate QR, Regenerate, QR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Live Tracking, History, Auto Absent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Daily, Weekly, Monthly, Subject-wise Reports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Charts, Trends, Performance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21208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Administration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60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Faculty/Student/Subject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8754"/>
                </a:solidFill>
              </a:defRPr>
            </a:pPr>
            <a:r>
              <a:t>✓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No mobile app installation required for students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Real-time attendance tracking and updates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Prevents proxy attendance with secure tokens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Automatic absence marking saves faculty time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Multiple export formats (PDF, Excel, CSV)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Comprehensive analytics and insights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Scalable architecture for future expansion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Professional UI with responsive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577840" cy="5029200"/>
          </a:xfrm>
          <a:prstGeom prst="rect">
            <a:avLst/>
          </a:prstGeom>
          <a:solidFill>
            <a:srgbClr val="F8D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51B"/>
                </a:solidFill>
              </a:defRPr>
            </a:pPr>
            <a:r>
              <a:t>⚠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Requires active internet connection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QR code spoofing possible via screenshots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Limited to classroom-based lectures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Initial setup requires data entry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No GPS-based location verification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</a:defRPr>
            </a:pPr>
            <a:r>
              <a:t>• Dependency on device camera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Mobile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Native Android/iOS app for students with push notifications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GPS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Location-based verification to prevent off-campus attendance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Biometric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Fingerprint/Face ID for additional security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AI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Predictive analytics for at-risk students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Parent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Real-time attendance notifications to parents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Multi-Campus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Support for multiple campuses and branches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Offline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Queue attendance when offline, sync when connected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212080"/>
            <a:ext cx="53035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6EFD"/>
                </a:solidFill>
              </a:defRPr>
            </a:pPr>
            <a:r>
              <a:t>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60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529"/>
                </a:solidFill>
              </a:defRPr>
            </a:pPr>
            <a:r>
              <a:t>Full API for third-party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AttendX successfully addresses the challenges of traditional attendance management </a:t>
            </a:r>
            <a:br/>
            <a:r>
              <a:t>by providing a modern, secure, and efficient QR code-based solution. The system demonstrates </a:t>
            </a:r>
            <a:br/>
            <a:r>
              <a:t>professional software engineering practices including clean architecture, security best practices, </a:t>
            </a:r>
            <a:br/>
            <a:r>
              <a:t>and comprehensive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Key Achievements: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97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Contactless attendance marking without mobile apps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Real-time tracking with live dashboard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Secure QR codes with anti-replay protection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Professional, portfolio-quality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