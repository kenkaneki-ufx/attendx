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9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AttendX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QR Code Based Attendance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Mini Project Presentation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Presented by: ARYAN PANDEY | Guide: Kamal Nayan Sir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Current Challenges:</a:t>
            </a:r>
          </a:p>
          <a:p>
            <a:pPr>
              <a:spcAft>
                <a:spcPts val="800"/>
              </a:spcAft>
              <a:defRPr sz="1600">
                <a:solidFill>
                  <a:srgbClr val="EF4444"/>
                </a:solidFill>
              </a:defRPr>
            </a:pPr>
            <a:r>
              <a:t>❌  Manual attendance is time-consuming (10-15 minutes per class)</a:t>
            </a:r>
          </a:p>
          <a:p>
            <a:pPr>
              <a:spcAft>
                <a:spcPts val="800"/>
              </a:spcAft>
              <a:defRPr sz="1600">
                <a:solidFill>
                  <a:srgbClr val="EF4444"/>
                </a:solidFill>
              </a:defRPr>
            </a:pPr>
            <a:r>
              <a:t>❌  Proxy attendance - friends marking for absent students</a:t>
            </a:r>
          </a:p>
          <a:p>
            <a:pPr>
              <a:spcAft>
                <a:spcPts val="800"/>
              </a:spcAft>
              <a:defRPr sz="1600">
                <a:solidFill>
                  <a:srgbClr val="EF4444"/>
                </a:solidFill>
              </a:defRPr>
            </a:pPr>
            <a:r>
              <a:t>❌  Paper-based records are hard to maintain and easily damaged</a:t>
            </a:r>
          </a:p>
          <a:p>
            <a:pPr>
              <a:spcAft>
                <a:spcPts val="800"/>
              </a:spcAft>
              <a:defRPr sz="1600">
                <a:solidFill>
                  <a:srgbClr val="EF4444"/>
                </a:solidFill>
              </a:defRPr>
            </a:pPr>
            <a:r>
              <a:t>❌  No real-time tracking of student attendance</a:t>
            </a:r>
          </a:p>
          <a:p>
            <a:pPr>
              <a:spcAft>
                <a:spcPts val="800"/>
              </a:spcAft>
              <a:defRPr sz="1600">
                <a:solidFill>
                  <a:srgbClr val="EF4444"/>
                </a:solidFill>
              </a:defRPr>
            </a:pPr>
            <a:r>
              <a:t>❌  Difficult to generate reports and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Our Solution: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✅  QR Code based - Quick &amp; secure attendance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✅  Real-time attendance tracking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✅  Digital records - Easy management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✅  Automated reports &amp; analytics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✅  Mobile-friendly - Students scan from phones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0F172A"/>
                </a:solidFill>
              </a:defRPr>
            </a:pPr>
            <a:r>
              <a:t>1️⃣  Develop a web-based attendance system using QR codes</a:t>
            </a:r>
          </a:p>
          <a:p>
            <a:pPr>
              <a:spcAft>
                <a:spcPts val="1500"/>
              </a:spcAft>
              <a:defRPr sz="2000">
                <a:solidFill>
                  <a:srgbClr val="0F172A"/>
                </a:solidFill>
              </a:defRPr>
            </a:pPr>
            <a:r>
              <a:t>2️⃣  Enable faculty to generate unique QR codes for each lecture</a:t>
            </a:r>
          </a:p>
          <a:p>
            <a:pPr>
              <a:spcAft>
                <a:spcPts val="1500"/>
              </a:spcAft>
              <a:defRPr sz="2000">
                <a:solidFill>
                  <a:srgbClr val="0F172A"/>
                </a:solidFill>
              </a:defRPr>
            </a:pPr>
            <a:r>
              <a:t>3️⃣  Allow students to scan QR codes to mark attendance</a:t>
            </a:r>
          </a:p>
          <a:p>
            <a:pPr>
              <a:spcAft>
                <a:spcPts val="1500"/>
              </a:spcAft>
              <a:defRPr sz="2000">
                <a:solidFill>
                  <a:srgbClr val="0F172A"/>
                </a:solidFill>
              </a:defRPr>
            </a:pPr>
            <a:r>
              <a:t>4️⃣  Provide real-time attendance tracking and dashboard</a:t>
            </a:r>
          </a:p>
          <a:p>
            <a:pPr>
              <a:spcAft>
                <a:spcPts val="1500"/>
              </a:spcAft>
              <a:defRPr sz="2000">
                <a:solidFill>
                  <a:srgbClr val="0F172A"/>
                </a:solidFill>
              </a:defRPr>
            </a:pPr>
            <a:r>
              <a:t>5️⃣  Generate attendance reports and statistics</a:t>
            </a:r>
          </a:p>
          <a:p>
            <a:pPr>
              <a:spcAft>
                <a:spcPts val="1500"/>
              </a:spcAft>
              <a:defRPr sz="2000">
                <a:solidFill>
                  <a:srgbClr val="0F172A"/>
                </a:solidFill>
              </a:defRPr>
            </a:pPr>
            <a:r>
              <a:t>6️⃣  Ensure mobile compatibility for student scanning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Backend: Django (Python)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Server-side logic, secure &amp; fast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1005840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Database: PostgreSQL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Reliable, scalable data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83280"/>
            <a:ext cx="1005840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Frontend: Bootstrap 5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Responsive, mobile-friendly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05840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QR Codes: qrcode + Pillow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QR code generation &amp;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94960"/>
            <a:ext cx="1005840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Hosting: Render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Cloud deployment, 24/7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058400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366F1"/>
                </a:solidFill>
              </a:defRPr>
            </a:pPr>
            <a:r>
              <a:t>AttendX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737360"/>
            <a:ext cx="8229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2743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Faculty Portal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011680"/>
            <a:ext cx="2743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Student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011680"/>
            <a:ext cx="2743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Admin Portal</a:t>
            </a:r>
          </a:p>
        </p:txBody>
      </p:sp>
      <p:sp>
        <p:nvSpPr>
          <p:cNvPr id="9" name="Down Arrow 8"/>
          <p:cNvSpPr/>
          <p:nvPr/>
        </p:nvSpPr>
        <p:spPr>
          <a:xfrm>
            <a:off x="2560320" y="3017520"/>
            <a:ext cx="365760" cy="457200"/>
          </a:xfrm>
          <a:prstGeom prst="down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760720" y="3017520"/>
            <a:ext cx="365760" cy="457200"/>
          </a:xfrm>
          <a:prstGeom prst="down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8961120" y="3017520"/>
            <a:ext cx="365760" cy="457200"/>
          </a:xfrm>
          <a:prstGeom prst="down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3657600"/>
            <a:ext cx="9144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74903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Django 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297680"/>
            <a:ext cx="22860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QR Code Generator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297680"/>
            <a:ext cx="22860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Attendance Manager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4297680"/>
            <a:ext cx="22860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Reports Generator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303520" y="5394960"/>
            <a:ext cx="365760" cy="457200"/>
          </a:xfrm>
          <a:prstGeom prst="down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86000" y="5943600"/>
            <a:ext cx="731520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PostgreSQL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User Roles &amp;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5720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👨‍🏫 Faculty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QR Code Generation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Live Dashboard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Student Management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Lecture Scheduling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Attendance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371600"/>
            <a:ext cx="3474720" cy="4572000"/>
          </a:xfrm>
          <a:prstGeom prst="roundRect">
            <a:avLst/>
          </a:prstGeom>
          <a:solidFill>
            <a:srgbClr val="CCFBF1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4B8A6"/>
                </a:solidFill>
              </a:defRPr>
            </a:pPr>
            <a:r>
              <a:t>👨‍🎓 Student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QR Code Scanning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Attendance Portal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Subject-wise Reports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Mobile Friendly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Real-time 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3474720" cy="457200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🔧 Admin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Full System Access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User Management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System Settings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Data Analytics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Report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737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Faculty Login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Login to the system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18872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371600"/>
            <a:ext cx="1737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Start Lecture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Select subject &amp; section</a:t>
            </a:r>
          </a:p>
        </p:txBody>
      </p:sp>
      <p:sp>
        <p:nvSpPr>
          <p:cNvPr id="6" name="Oval 5"/>
          <p:cNvSpPr/>
          <p:nvPr/>
        </p:nvSpPr>
        <p:spPr>
          <a:xfrm>
            <a:off x="3017520" y="118872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1737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Generate QR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Create unique QR code</a:t>
            </a:r>
          </a:p>
        </p:txBody>
      </p:sp>
      <p:sp>
        <p:nvSpPr>
          <p:cNvPr id="8" name="Oval 7"/>
          <p:cNvSpPr/>
          <p:nvPr/>
        </p:nvSpPr>
        <p:spPr>
          <a:xfrm>
            <a:off x="4937760" y="118872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1737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Display QR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Show on screen/projector</a:t>
            </a:r>
          </a:p>
        </p:txBody>
      </p:sp>
      <p:sp>
        <p:nvSpPr>
          <p:cNvPr id="10" name="Oval 9"/>
          <p:cNvSpPr/>
          <p:nvPr/>
        </p:nvSpPr>
        <p:spPr>
          <a:xfrm>
            <a:off x="6858000" y="118872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1737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Student Scans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Scan with mobile camera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0" y="118872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371600"/>
            <a:ext cx="1737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Mark Attendance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System verifies &amp; marks</a:t>
            </a:r>
          </a:p>
        </p:txBody>
      </p:sp>
      <p:sp>
        <p:nvSpPr>
          <p:cNvPr id="14" name="Oval 13"/>
          <p:cNvSpPr/>
          <p:nvPr/>
        </p:nvSpPr>
        <p:spPr>
          <a:xfrm>
            <a:off x="10698480" y="118872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103120" y="2286000"/>
            <a:ext cx="27432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4023360" y="2286000"/>
            <a:ext cx="27432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943600" y="2286000"/>
            <a:ext cx="27432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863840" y="2286000"/>
            <a:ext cx="27432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784080" y="2286000"/>
            <a:ext cx="27432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    Core Tables:</a:t>
            </a:r>
            <a:br/>
            <a:r>
              <a:t>    </a:t>
            </a:r>
            <a:br/>
            <a:r>
              <a:t>    ┌──────────────┐     ┌──────────────┐     ┌──────────────┐</a:t>
            </a:r>
            <a:br/>
            <a:r>
              <a:t>    │   Faculty    │     │   Student    │     │   Subject    │</a:t>
            </a:r>
            <a:br/>
            <a:r>
              <a:t>    ├──────────────┤     ├──────────────┤     ├──────────────┤</a:t>
            </a:r>
            <a:br/>
            <a:r>
              <a:t>    │ id           │     │ id           │     │ id           │</a:t>
            </a:r>
            <a:br/>
            <a:r>
              <a:t>    │ username     │     │ roll_number  │     │ code         │</a:t>
            </a:r>
            <a:br/>
            <a:r>
              <a:t>    │ email        │     │ name         │     │ name         │</a:t>
            </a:r>
            <a:br/>
            <a:r>
              <a:t>    │ department   │     │ section_id   │     │ department   │</a:t>
            </a:r>
            <a:br/>
            <a:r>
              <a:t>    └──────┬───────┘     └──────┬───────┘     └──────┬───────┘</a:t>
            </a:r>
            <a:br/>
            <a:r>
              <a:t>           │                    │                    │</a:t>
            </a:r>
            <a:br/>
            <a:r>
              <a:t>           ▼                    ▼                    ▼</a:t>
            </a:r>
            <a:br/>
            <a:r>
              <a:t>    ┌──────────────┐     ┌──────────────┐     ┌──────────────┐</a:t>
            </a:r>
            <a:br/>
            <a:r>
              <a:t>    │   Lecture    │     │  Attendance  │     │  QR Session  │</a:t>
            </a:r>
            <a:br/>
            <a:r>
              <a:t>    ├──────────────┤     ├──────────────┤     ├──────────────┤</a:t>
            </a:r>
            <a:br/>
            <a:r>
              <a:t>    │ id           │     │ id           │     │ id           │</a:t>
            </a:r>
            <a:br/>
            <a:r>
              <a:t>    │ faculty_id   │     │ student_id   │     │ lecture_id   │</a:t>
            </a:r>
            <a:br/>
            <a:r>
              <a:t>    │ subject_id   │     │ lecture_id   │     │ qr_code      │</a:t>
            </a:r>
            <a:br/>
            <a:r>
              <a:t>    │ section_id   │     │ status       │     │ expires_at   │</a:t>
            </a:r>
            <a:br/>
            <a:r>
              <a:t>    │ date         │     │ scan_time    │     │ is_active    │</a:t>
            </a:r>
            <a:br/>
            <a:r>
              <a:t>    └──────────────┘     └──────────────┘     └──────────────┘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100584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📍 Geofencing - Location-based attendance verification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Priority: High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0584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📸 Facial Recognition - AI-powered student identification</a:t>
            </a:r>
          </a:p>
          <a:p>
            <a:pPr>
              <a:defRPr sz="1200">
                <a:solidFill>
                  <a:srgbClr val="F59E0B"/>
                </a:solidFill>
              </a:defRPr>
            </a:pPr>
            <a:r>
              <a:t>Priority: Medium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34640"/>
            <a:ext cx="100584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📱 Mobile App - Native iOS/Android application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Priority: High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100584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🔔 Push Notifications - Real-time attendance alerts</a:t>
            </a:r>
          </a:p>
          <a:p>
            <a:pPr>
              <a:defRPr sz="1200">
                <a:solidFill>
                  <a:srgbClr val="F59E0B"/>
                </a:solidFill>
              </a:defRPr>
            </a:pPr>
            <a:r>
              <a:t>Priority: Medium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🌐 Offline Mode - Work without internet connection</a:t>
            </a:r>
          </a:p>
          <a:p>
            <a:pPr>
              <a:defRPr sz="1200">
                <a:solidFill>
                  <a:srgbClr val="F59E0B"/>
                </a:solidFill>
              </a:defRPr>
            </a:pPr>
            <a:r>
              <a:t>Priority: Medium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03520"/>
            <a:ext cx="100584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📧 Email Reports - Automated attendance reports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Priority: 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100584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📍 Geofencing - Location-based attendance verification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Priority: High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0584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📸 Facial Recognition - AI-powered student identification</a:t>
            </a:r>
          </a:p>
          <a:p>
            <a:pPr>
              <a:defRPr sz="1200">
                <a:solidFill>
                  <a:srgbClr val="F59E0B"/>
                </a:solidFill>
              </a:defRPr>
            </a:pPr>
            <a:r>
              <a:t>Priority: Medium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34640"/>
            <a:ext cx="100584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📱 Mobile App - Native iOS/Android application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Priority: High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100584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🔔 Push Notifications - Real-time attendance alerts</a:t>
            </a:r>
          </a:p>
          <a:p>
            <a:pPr>
              <a:defRPr sz="1200">
                <a:solidFill>
                  <a:srgbClr val="F59E0B"/>
                </a:solidFill>
              </a:defRPr>
            </a:pPr>
            <a:r>
              <a:t>Priority: Medium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🌐 Offline Mode - Work without internet connection</a:t>
            </a:r>
          </a:p>
          <a:p>
            <a:pPr>
              <a:defRPr sz="1200">
                <a:solidFill>
                  <a:srgbClr val="F59E0B"/>
                </a:solidFill>
              </a:defRPr>
            </a:pPr>
            <a:r>
              <a:t>Priority: Medium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03520"/>
            <a:ext cx="100584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📧 Email Reports - Automated attendance reports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Priority: 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Results &amp;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731520"/>
          </a:xfrm>
          <a:prstGeom prst="roundRect">
            <a:avLst/>
          </a:prstGeom>
          <a:solidFill>
            <a:srgbClr val="CCFB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✅ Successfully developed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A complete QR-based attendance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0058400" cy="731520"/>
          </a:xfrm>
          <a:prstGeom prst="roundRect">
            <a:avLst/>
          </a:prstGeom>
          <a:solidFill>
            <a:srgbClr val="CCFB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✅ Time saved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95% faster attendance marking (10 min → 30 sec)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10058400" cy="731520"/>
          </a:xfrm>
          <a:prstGeom prst="roundRect">
            <a:avLst/>
          </a:prstGeom>
          <a:solidFill>
            <a:srgbClr val="CCFB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✅ Accuracy improved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100% digital records, no manual errors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10058400" cy="731520"/>
          </a:xfrm>
          <a:prstGeom prst="roundRect">
            <a:avLst/>
          </a:prstGeom>
          <a:solidFill>
            <a:srgbClr val="CCFB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✅ Deployed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Live on Render cloud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29200"/>
            <a:ext cx="10058400" cy="731520"/>
          </a:xfrm>
          <a:prstGeom prst="roundRect">
            <a:avLst/>
          </a:prstGeom>
          <a:solidFill>
            <a:srgbClr val="CCFB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✅ Mobile compatible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Students can scan from any device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Live Demo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Let's see AttendX in action!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🌐 Demo URL: attendx.onrender.com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👤 Admin Login: admin / admin123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3200">
                <a:solidFill>
                  <a:srgbClr val="6366F1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📧 Email: ariopandey@gmail.com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💻 GitHub: github.com/kenkaneki-ufx/AttendX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🌐 Live Demo: attendx.onrender.com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